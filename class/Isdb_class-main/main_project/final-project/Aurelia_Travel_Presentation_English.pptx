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67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69fac04790e169.381375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6217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DejaVu Sans"/>
              </a:rPr>
              <a:t>Aurelia Travel
Website Presentation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  <a:latin typeface="DejaVu Sans"/>
              </a:rPr>
              <a:t>Prepared from the uploaded project ZIP and ERD image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480560"/>
            <a:ext cx="1828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DejaVu Sans"/>
              </a:rPr>
              <a:t>Website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334155"/>
                </a:solidFill>
                <a:latin typeface="DejaVu Sans"/>
              </a:rPr>
              <a:t>PHP + Bootstrap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39" y="4480560"/>
            <a:ext cx="1828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DejaVu Sans"/>
              </a:rPr>
              <a:t>Booking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334155"/>
                </a:solidFill>
                <a:latin typeface="DejaVu Sans"/>
              </a:rPr>
              <a:t>JSON + SQLite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4480560"/>
            <a:ext cx="1828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DejaVu Sans"/>
              </a:rPr>
              <a:t>Admin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334155"/>
                </a:solidFill>
                <a:latin typeface="DejaVu Sans"/>
              </a:rPr>
              <a:t>CRUD +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457200"/>
            <a:ext cx="2971800" cy="4572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DejaVu Sans"/>
              </a:rPr>
              <a:t>Aurelia Travel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1828"/>
                </a:solidFill>
                <a:latin typeface="DejaVu Sans"/>
              </a:rPr>
              <a:t>Project Overview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64748B"/>
                </a:solidFill>
                <a:latin typeface="DejaVu Sans"/>
              </a:rPr>
              <a:t>A premium tourism booking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2011680" cy="73152"/>
          </a:xfrm>
          <a:prstGeom prst="rect">
            <a:avLst/>
          </a:prstGeom>
          <a:solidFill>
            <a:srgbClr val="D9A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66928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4155"/>
                </a:solidFill>
                <a:latin typeface="DejaVu Sans"/>
              </a:rPr>
              <a:t>Built with HTML, Bootstrap 5, CSS3, JavaScript, and PHP.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4155"/>
                </a:solidFill>
                <a:latin typeface="DejaVu Sans"/>
              </a:rPr>
              <a:t>Lets visitors explore destinations, packages, and global travel content.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4155"/>
                </a:solidFill>
                <a:latin typeface="DejaVu Sans"/>
              </a:rPr>
              <a:t>Includes authentication, booking submission, and an admin dashboard.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4155"/>
                </a:solidFill>
                <a:latin typeface="DejaVu Sans"/>
              </a:rPr>
              <a:t>Supports image uploads and structured booking storage.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828800"/>
            <a:ext cx="4754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DejaVu Sans"/>
              </a:rPr>
              <a:t>Main goal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334155"/>
                </a:solidFill>
                <a:latin typeface="DejaVu Sans"/>
              </a:rPr>
              <a:t>Turn a beautiful travel website into a usable booking 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3154680"/>
            <a:ext cx="4754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DejaVu Sans"/>
              </a:rPr>
              <a:t>Audience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334155"/>
                </a:solidFill>
                <a:latin typeface="DejaVu Sans"/>
              </a:rPr>
              <a:t>Travel customers, registered users, and site administrators.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4480560"/>
            <a:ext cx="4754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DejaVu Sans"/>
              </a:rPr>
              <a:t>Design style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334155"/>
                </a:solidFill>
                <a:latin typeface="DejaVu Sans"/>
              </a:rPr>
              <a:t>Luxury, modern, clean, and image-driven.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DejaVu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DejaVu Sans"/>
              </a:rPr>
              <a:t>Aurelia Travel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5748690" cy="7745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01828"/>
                </a:solidFill>
                <a:latin typeface="DejaVu Sans"/>
              </a:rPr>
              <a:t>What is inside </a:t>
            </a:r>
            <a:r>
              <a:rPr sz="2800" b="1">
                <a:solidFill>
                  <a:srgbClr val="101828"/>
                </a:solidFill>
                <a:latin typeface="DejaVu Sans"/>
              </a:rPr>
              <a:t>the </a:t>
            </a:r>
            <a:r>
              <a:rPr lang="en-US" sz="2800" b="1">
                <a:solidFill>
                  <a:srgbClr val="101828"/>
                </a:solidFill>
                <a:latin typeface="DejaVu Sans"/>
              </a:rPr>
              <a:t>website</a:t>
            </a:r>
            <a:r>
              <a:rPr sz="2800" b="1">
                <a:solidFill>
                  <a:srgbClr val="101828"/>
                </a:solidFill>
                <a:latin typeface="DejaVu Sans"/>
              </a:rPr>
              <a:t>?</a:t>
            </a:r>
            <a:endParaRPr sz="2800" b="1" dirty="0">
              <a:solidFill>
                <a:srgbClr val="101828"/>
              </a:solidFill>
              <a:latin typeface="DejaVu Sans"/>
            </a:endParaRP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64748B"/>
                </a:solidFill>
                <a:latin typeface="DejaVu Sans"/>
              </a:rPr>
              <a:t>Key pages and folders found in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2011680" cy="73152"/>
          </a:xfrm>
          <a:prstGeom prst="rect">
            <a:avLst/>
          </a:prstGeom>
          <a:solidFill>
            <a:srgbClr val="D9A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39496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334155"/>
                </a:solidFill>
                <a:latin typeface="DejaVu Sans"/>
              </a:rPr>
              <a:t>Public pages: index.php, destinations.php, packages.php, world.php, booking.php.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4155"/>
                </a:solidFill>
                <a:latin typeface="DejaVu Sans"/>
              </a:rPr>
              <a:t>Authentication: login.php, register.php, logout.php.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4155"/>
                </a:solidFill>
                <a:latin typeface="DejaVu Sans"/>
              </a:rPr>
              <a:t>Admin area: add-package.php, edit-package.php, delete-package.php, bookings.php, booking-view.php.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12064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334155"/>
                </a:solidFill>
                <a:latin typeface="DejaVu Sans"/>
              </a:rPr>
              <a:t>Shared code: includes/header.php, footer.php, functions.php, travel-data.php.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4155"/>
                </a:solidFill>
                <a:latin typeface="DejaVu Sans"/>
              </a:rPr>
              <a:t>Storage: data/users.json, data/packages.json, data/bookings.json.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4155"/>
                </a:solidFill>
                <a:latin typeface="DejaVu Sans"/>
              </a:rPr>
              <a:t>Assets and uploads: CSS, JavaScript, and uploaded images.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DejaVu Sa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DejaVu Sans"/>
              </a:rPr>
              <a:t>Aurelia Travel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1828"/>
                </a:solidFill>
                <a:latin typeface="DejaVu Sans"/>
              </a:rPr>
              <a:t>Database and Data Model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64748B"/>
                </a:solidFill>
                <a:latin typeface="DejaVu Sans"/>
              </a:rPr>
              <a:t>The ERD shows a structured booking ecosystem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2011680" cy="73152"/>
          </a:xfrm>
          <a:prstGeom prst="rect">
            <a:avLst/>
          </a:prstGeom>
          <a:solidFill>
            <a:srgbClr val="D9A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3949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DejaVu Sans"/>
              </a:rPr>
              <a:t>Core entities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334155"/>
                </a:solidFill>
                <a:latin typeface="DejaVu Sans"/>
              </a:rPr>
              <a:t>users, user_roles, addresses, destinations, packages, bookings, payments, coupons, reviews, gallery.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657600"/>
            <a:ext cx="53949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DejaVu Sans"/>
              </a:rPr>
              <a:t>Support entities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334155"/>
                </a:solidFill>
                <a:latin typeface="DejaVu Sans"/>
              </a:rPr>
              <a:t>services, contact_messages, payment_methods, booking_guests, booking_coupons, notifications, activity_logs.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828800"/>
            <a:ext cx="51206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DejaVu Sans"/>
              </a:rPr>
              <a:t>Relationship highlights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334155"/>
                </a:solidFill>
                <a:latin typeface="DejaVu Sans"/>
              </a:rPr>
              <a:t>• One role can be assigned to many users.
• One destination can contain many packages.
• One package can have bookings, reviews, and gallery images.
• One booking can have guests, payments, and coupon usage.
• Users can store addresses, notifications, and activity logs.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DejaVu Sans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DejaVu Sans"/>
              </a:rPr>
              <a:t>Aurelia Travel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1828"/>
                </a:solidFill>
                <a:latin typeface="DejaVu Sans"/>
              </a:rPr>
              <a:t>ERD Diagram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64748B"/>
                </a:solidFill>
                <a:latin typeface="DejaVu Sans"/>
              </a:rPr>
              <a:t>Full schema view from the uploaded image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2011680" cy="73152"/>
          </a:xfrm>
          <a:prstGeom prst="rect">
            <a:avLst/>
          </a:prstGeom>
          <a:solidFill>
            <a:srgbClr val="D9A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Untit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0"/>
            <a:ext cx="7315200" cy="5806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01000" y="1920240"/>
            <a:ext cx="3611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DejaVu Sans"/>
              </a:rPr>
              <a:t>What it shows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334155"/>
                </a:solidFill>
                <a:latin typeface="DejaVu Sans"/>
              </a:rPr>
              <a:t>A normalized tourism database with user, booking, payment, and content tables.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3337560"/>
            <a:ext cx="3611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DejaVu Sans"/>
              </a:rPr>
              <a:t>Why it matters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334155"/>
                </a:solidFill>
                <a:latin typeface="DejaVu Sans"/>
              </a:rPr>
              <a:t>It reduces duplication and keeps bookings, guests, and payments linked.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4754880"/>
            <a:ext cx="3611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DejaVu Sans"/>
              </a:rPr>
              <a:t>Presentation note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334155"/>
                </a:solidFill>
                <a:latin typeface="DejaVu Sans"/>
              </a:rPr>
              <a:t>This diagram is the base for future MySQL implementation.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DejaVu Sans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DejaVu Sans"/>
              </a:rPr>
              <a:t>Aurelia Travel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1828"/>
                </a:solidFill>
                <a:latin typeface="DejaVu Sans"/>
              </a:rPr>
              <a:t>Booking Workflow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64748B"/>
                </a:solidFill>
                <a:latin typeface="DejaVu Sans"/>
              </a:rPr>
              <a:t>How the website handles a reservation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2011680" cy="73152"/>
          </a:xfrm>
          <a:prstGeom prst="rect">
            <a:avLst/>
          </a:prstGeom>
          <a:solidFill>
            <a:srgbClr val="D9A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26974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50392" y="2240280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212848"/>
            <a:ext cx="17830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334155"/>
                </a:solidFill>
                <a:latin typeface="DejaVu Sans"/>
              </a:rPr>
              <a:t>Visitor selects a package and opens the booking 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2057400"/>
            <a:ext cx="26974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685032" y="2240280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212848"/>
            <a:ext cx="17830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334155"/>
                </a:solidFill>
                <a:latin typeface="DejaVu Sans"/>
              </a:rPr>
              <a:t>Customer enters travel dates, guests, contact, and payment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057400"/>
            <a:ext cx="26974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19672" y="2240280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212848"/>
            <a:ext cx="17830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334155"/>
                </a:solidFill>
                <a:latin typeface="DejaVu Sans"/>
              </a:rPr>
              <a:t>System stores the booking and generates status values.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2057400"/>
            <a:ext cx="26974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354312" y="2240280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2212848"/>
            <a:ext cx="17830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334155"/>
                </a:solidFill>
                <a:latin typeface="DejaVu Sans"/>
              </a:rPr>
              <a:t>Admin reviews the booking, updates payment, and manages the record.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663440"/>
            <a:ext cx="10332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DejaVu Sans"/>
              </a:rPr>
              <a:t>Booking data captured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334155"/>
                </a:solidFill>
                <a:latin typeface="DejaVu Sans"/>
              </a:rPr>
              <a:t>Booking reference, package, customer details, departure, destination, guests, payment method, booking status, payment status, IP address, and timestamps.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DejaVu Sans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DejaVu Sans"/>
              </a:rPr>
              <a:t>Aurelia Travel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1828"/>
                </a:solidFill>
                <a:latin typeface="DejaVu Sans"/>
              </a:rPr>
              <a:t>Admin Panel and Benefits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64748B"/>
                </a:solidFill>
                <a:latin typeface="DejaVu Sans"/>
              </a:rPr>
              <a:t>What the dashboard helps the site owner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2011680" cy="73152"/>
          </a:xfrm>
          <a:prstGeom prst="rect">
            <a:avLst/>
          </a:prstGeom>
          <a:solidFill>
            <a:srgbClr val="D9A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DejaVu Sans"/>
              </a:rPr>
              <a:t>Admin panel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334155"/>
                </a:solidFill>
                <a:latin typeface="DejaVu Sans"/>
              </a:rPr>
              <a:t>Login-protected dashboard for managing the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37560"/>
            <a:ext cx="3520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DejaVu Sans"/>
              </a:rPr>
              <a:t>Booking control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334155"/>
                </a:solidFill>
                <a:latin typeface="DejaVu Sans"/>
              </a:rPr>
              <a:t>View, filter, inspect, update, and delete bookings.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46320"/>
            <a:ext cx="3520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DejaVu Sans"/>
              </a:rPr>
              <a:t>Package CRUD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334155"/>
                </a:solidFill>
                <a:latin typeface="DejaVu Sans"/>
              </a:rPr>
              <a:t>Create, edit, and remove tour package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66751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DejaVu Sans"/>
              </a:rPr>
              <a:t>Business value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334155"/>
                </a:solidFill>
                <a:latin typeface="DejaVu Sans"/>
              </a:rPr>
              <a:t>The project combines a polished travel UI with usable back-office tools.
It supports better customer handling, faster booking review, and a foundation for future MySQL expansion.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DejaVu Sans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DejaVu Sans"/>
              </a:rPr>
              <a:t>Aurelia Travel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1828"/>
                </a:solidFill>
                <a:latin typeface="DejaVu Sans"/>
              </a:rPr>
              <a:t>Conclusion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64748B"/>
                </a:solidFill>
                <a:latin typeface="DejaVu Sans"/>
              </a:rPr>
              <a:t>A solid base for a tourism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2011680" cy="73152"/>
          </a:xfrm>
          <a:prstGeom prst="rect">
            <a:avLst/>
          </a:prstGeom>
          <a:solidFill>
            <a:srgbClr val="D9A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10241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DejaVu Sans"/>
              </a:rPr>
              <a:t>Summary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334155"/>
                </a:solidFill>
                <a:latin typeface="DejaVu Sans"/>
              </a:rPr>
              <a:t>The ZIP file contains a complete travel website with public pages, authentication, booking logic, admin tools, and a structured data model shown in the ERD.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10241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DejaVu Sans"/>
              </a:rPr>
              <a:t>Next step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334155"/>
                </a:solidFill>
                <a:latin typeface="DejaVu Sans"/>
              </a:rPr>
              <a:t>Connect the current project to MySQL and deploy it with your preferred hosting setup.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DejaVu Sa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DejaVu Sans"/>
              </a:rPr>
              <a:t>Aurelia Travel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668</Words>
  <Application>Microsoft Office PowerPoint</Application>
  <PresentationFormat>Widescreen</PresentationFormat>
  <Paragraphs>87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DejaVu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WDPF PC-06</cp:lastModifiedBy>
  <cp:revision>2</cp:revision>
  <dcterms:created xsi:type="dcterms:W3CDTF">2013-01-27T09:14:16Z</dcterms:created>
  <dcterms:modified xsi:type="dcterms:W3CDTF">2026-05-09T06:03:06Z</dcterms:modified>
  <cp:category/>
</cp:coreProperties>
</file>